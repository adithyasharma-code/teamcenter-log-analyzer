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Teamcenter Log Analyzer v5.0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Documentation Overview</a:t>
            </a:r>
          </a:p>
          <a:p>
            <a:r>
              <a:t>Benefits • Drawbacks • Usage •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Teamcenter Log Analyzer v5.0 is a batch-script-based tool for analyzing Teamcenter client, server, and integration logs. It extracts errors, warnings, module issues, and slow operations, generating both TXT and CSV outputs in timestamped folders.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installation required – pure batch script</a:t>
            </a:r>
          </a:p>
          <a:p>
            <a:r>
              <a:t>• Multi-log scanning</a:t>
            </a:r>
          </a:p>
          <a:p>
            <a:r>
              <a:t>• Detects Teamcenter-specific modules (RAC, FMS, SOA, ITK, etc.)</a:t>
            </a:r>
          </a:p>
          <a:p>
            <a:r>
              <a:t>• Structured CSV + human-readable summary</a:t>
            </a:r>
          </a:p>
          <a:p>
            <a:r>
              <a:t>• Timestamp-based folder output</a:t>
            </a:r>
          </a:p>
          <a:p>
            <a:r>
              <a:t>• Good for support, debugging, and RCA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findstr-based parsing (substring-level)</a:t>
            </a:r>
          </a:p>
          <a:p>
            <a:r>
              <a:t>• Limited CSV escaping</a:t>
            </a:r>
          </a:p>
          <a:p>
            <a:r>
              <a:t>• Slower on very large logs (&gt;100MB)</a:t>
            </a:r>
          </a:p>
          <a:p>
            <a:r>
              <a:t>• Regex analysis not available (batch limitation)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Put script + logs in folder</a:t>
            </a:r>
          </a:p>
          <a:p>
            <a:r>
              <a:t>2. Run from CMD:</a:t>
            </a:r>
          </a:p>
          <a:p>
            <a:r>
              <a:t>   teamcenter_log_analyzer_v5.bat *.log</a:t>
            </a:r>
          </a:p>
          <a:p>
            <a:r>
              <a:t>3. Auto-open results:</a:t>
            </a:r>
          </a:p>
          <a:p>
            <a:r>
              <a:t>   teamcenter_log_analyzer_v5.bat *.log /open</a:t>
            </a:r>
          </a:p>
          <a:p>
            <a:r>
              <a:t>4. Override modules:</a:t>
            </a:r>
          </a:p>
          <a:p>
            <a:r>
              <a:t>   /modules:TC,RAC,BMIDE,FMS</a:t>
            </a:r>
          </a:p>
          <a:p>
            <a:r>
              <a:t>5. Timestamp folder will contain TXT + 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2025-11-28 ERROR [RAC] Failed to initialize session</a:t>
            </a:r>
          </a:p>
          <a:p>
            <a:r>
              <a:t>WARNING Cache lookup failed</a:t>
            </a:r>
          </a:p>
          <a:p>
            <a:r>
              <a:t>ServiceData PartialError: Object not found</a:t>
            </a:r>
          </a:p>
          <a:p>
            <a:r>
              <a:t>Request took 1213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TXT Summary:</a:t>
            </a:r>
          </a:p>
          <a:p>
            <a:r>
              <a:t>[ERROR] [RAC] Failed to initialize session</a:t>
            </a:r>
          </a:p>
          <a:p>
            <a:r>
              <a:t>[WARNING] Cache lookup failed</a:t>
            </a:r>
          </a:p>
          <a:p>
            <a:r>
              <a:t>[PARTIALERROR] Object not found</a:t>
            </a:r>
          </a:p>
          <a:p>
            <a:r>
              <a:t>[SLOW] Request took 1213 ms</a:t>
            </a:r>
          </a:p>
          <a:p/>
          <a:p>
            <a:r>
              <a:t>CSV Output:</a:t>
            </a:r>
          </a:p>
          <a:p>
            <a:r>
              <a:t>file,line,category,module,timestamp,message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Fast, reliable Teamcenter log analyzer with module detection, category grouping, slow-operation tracking, and automated folder output. Great for RAC, server, dispatcher, FMS, and BMIDE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